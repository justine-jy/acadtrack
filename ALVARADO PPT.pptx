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6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8481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67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6384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6666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7576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522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18070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849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65820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631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55464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1252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87135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9138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07663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6484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3026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H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1B6AA-FC00-404E-BECC-FF7858352F1A}" type="datetimeFigureOut">
              <a:rPr lang="en-PH" smtClean="0"/>
              <a:t>5/19/2026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EDBEA-A7C5-4AED-930F-F6E53B1002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414519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9807-DD72-9BF4-B27F-ED7472512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570" y="378917"/>
            <a:ext cx="9560859" cy="3361811"/>
          </a:xfrm>
        </p:spPr>
        <p:txBody>
          <a:bodyPr>
            <a:normAutofit/>
          </a:bodyPr>
          <a:lstStyle/>
          <a:p>
            <a:pPr algn="ctr"/>
            <a:r>
              <a:rPr lang="en-PH" b="1" dirty="0">
                <a:solidFill>
                  <a:schemeClr val="bg2"/>
                </a:solidFill>
                <a:latin typeface="Congenial Black" panose="02000503040000020004" pitchFamily="2" charset="0"/>
              </a:rPr>
              <a:t>Rafael-</a:t>
            </a:r>
            <a:r>
              <a:rPr lang="en-PH" b="1" dirty="0" err="1">
                <a:solidFill>
                  <a:schemeClr val="bg2"/>
                </a:solidFill>
                <a:latin typeface="Congenial Black" panose="02000503040000020004" pitchFamily="2" charset="0"/>
              </a:rPr>
              <a:t>Lentejas</a:t>
            </a:r>
            <a:r>
              <a:rPr lang="en-PH" b="1" dirty="0">
                <a:solidFill>
                  <a:schemeClr val="bg2"/>
                </a:solidFill>
                <a:latin typeface="Congenial Black" panose="02000503040000020004" pitchFamily="2" charset="0"/>
              </a:rPr>
              <a:t> Memorial</a:t>
            </a:r>
            <a:br>
              <a:rPr lang="en-PH" b="1" dirty="0">
                <a:solidFill>
                  <a:schemeClr val="bg2"/>
                </a:solidFill>
                <a:latin typeface="Amasis MT Pro Black" panose="02040A04050005020304" pitchFamily="18" charset="0"/>
              </a:rPr>
            </a:br>
            <a:r>
              <a:rPr lang="en-PH" b="1" dirty="0">
                <a:solidFill>
                  <a:schemeClr val="bg2"/>
                </a:solidFill>
                <a:latin typeface="Congenial Black" panose="02000503040000020004" pitchFamily="2" charset="0"/>
              </a:rPr>
              <a:t>School of Fisheries</a:t>
            </a:r>
            <a:br>
              <a:rPr lang="en-PH" b="1" dirty="0">
                <a:solidFill>
                  <a:schemeClr val="bg2"/>
                </a:solidFill>
                <a:latin typeface="Congenial Black" panose="02000503040000020004" pitchFamily="2" charset="0"/>
              </a:rPr>
            </a:br>
            <a:r>
              <a:rPr lang="en-PH" b="1" dirty="0">
                <a:solidFill>
                  <a:schemeClr val="bg2"/>
                </a:solidFill>
                <a:latin typeface="Congenial Black" panose="02000503040000020004" pitchFamily="2" charset="0"/>
              </a:rPr>
              <a:t>Academic Information System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A115611-05CD-DE60-8BF5-1D6AB11DFCFD}"/>
              </a:ext>
            </a:extLst>
          </p:cNvPr>
          <p:cNvSpPr txBox="1">
            <a:spLocks/>
          </p:cNvSpPr>
          <p:nvPr/>
        </p:nvSpPr>
        <p:spPr>
          <a:xfrm>
            <a:off x="3328450" y="3638265"/>
            <a:ext cx="5784478" cy="1775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1500" b="1" dirty="0">
                <a:latin typeface="Congenial Black" panose="02000503040000020004" pitchFamily="2" charset="0"/>
              </a:rPr>
              <a:t>Leader:	 	</a:t>
            </a:r>
            <a:r>
              <a:rPr lang="en-PH" sz="1500" b="1" dirty="0" err="1">
                <a:latin typeface="Congenial Black" panose="02000503040000020004" pitchFamily="2" charset="0"/>
              </a:rPr>
              <a:t>justine</a:t>
            </a:r>
            <a:r>
              <a:rPr lang="en-PH" sz="1500" b="1" dirty="0">
                <a:latin typeface="Congenial Black" panose="02000503040000020004" pitchFamily="2" charset="0"/>
              </a:rPr>
              <a:t> jay </a:t>
            </a:r>
            <a:r>
              <a:rPr lang="en-PH" sz="1500" b="1" dirty="0" err="1">
                <a:latin typeface="Congenial Black" panose="02000503040000020004" pitchFamily="2" charset="0"/>
              </a:rPr>
              <a:t>leguidleguid</a:t>
            </a:r>
            <a:endParaRPr lang="en-PH" sz="1500" b="1" dirty="0">
              <a:latin typeface="Congenial Black" panose="02000503040000020004" pitchFamily="2" charset="0"/>
            </a:endParaRPr>
          </a:p>
          <a:p>
            <a:r>
              <a:rPr lang="en-PH" sz="1500" b="1" dirty="0">
                <a:latin typeface="Congenial Black" panose="02000503040000020004" pitchFamily="2" charset="0"/>
              </a:rPr>
              <a:t>Members: 	</a:t>
            </a:r>
            <a:r>
              <a:rPr lang="en-PH" sz="1500" b="1" dirty="0" err="1">
                <a:latin typeface="Congenial Black" panose="02000503040000020004" pitchFamily="2" charset="0"/>
              </a:rPr>
              <a:t>rina</a:t>
            </a:r>
            <a:r>
              <a:rPr lang="en-PH" sz="1500" b="1" dirty="0">
                <a:latin typeface="Congenial Black" panose="02000503040000020004" pitchFamily="2" charset="0"/>
              </a:rPr>
              <a:t> </a:t>
            </a:r>
            <a:r>
              <a:rPr lang="en-PH" sz="1500" b="1" dirty="0" err="1">
                <a:latin typeface="Congenial Black" panose="02000503040000020004" pitchFamily="2" charset="0"/>
              </a:rPr>
              <a:t>baga</a:t>
            </a:r>
            <a:endParaRPr lang="en-PH" sz="1500" b="1" dirty="0">
              <a:latin typeface="Congenial Black" panose="02000503040000020004" pitchFamily="2" charset="0"/>
            </a:endParaRPr>
          </a:p>
          <a:p>
            <a:r>
              <a:rPr lang="en-PH" sz="1500" b="1" dirty="0">
                <a:latin typeface="Congenial Black" panose="02000503040000020004" pitchFamily="2" charset="0"/>
              </a:rPr>
              <a:t>		</a:t>
            </a:r>
            <a:r>
              <a:rPr lang="en-PH" sz="1500" b="1" dirty="0" err="1">
                <a:latin typeface="Congenial Black" panose="02000503040000020004" pitchFamily="2" charset="0"/>
              </a:rPr>
              <a:t>ryan</a:t>
            </a:r>
            <a:r>
              <a:rPr lang="en-PH" sz="1500" b="1" dirty="0">
                <a:latin typeface="Congenial Black" panose="02000503040000020004" pitchFamily="2" charset="0"/>
              </a:rPr>
              <a:t> </a:t>
            </a:r>
            <a:r>
              <a:rPr lang="en-PH" sz="1500" b="1" dirty="0" err="1">
                <a:latin typeface="Congenial Black" panose="02000503040000020004" pitchFamily="2" charset="0"/>
              </a:rPr>
              <a:t>gepayo</a:t>
            </a:r>
            <a:endParaRPr lang="en-PH" sz="1500" b="1" dirty="0">
              <a:latin typeface="Congenial Black" panose="02000503040000020004" pitchFamily="2" charset="0"/>
            </a:endParaRPr>
          </a:p>
          <a:p>
            <a:r>
              <a:rPr lang="en-PH" sz="1500" b="1" dirty="0">
                <a:latin typeface="Congenial Black" panose="02000503040000020004" pitchFamily="2" charset="0"/>
              </a:rPr>
              <a:t>		</a:t>
            </a:r>
            <a:r>
              <a:rPr lang="en-PH" sz="1500" b="1" dirty="0" err="1">
                <a:latin typeface="Congenial Black" panose="02000503040000020004" pitchFamily="2" charset="0"/>
              </a:rPr>
              <a:t>kim</a:t>
            </a:r>
            <a:r>
              <a:rPr lang="en-PH" sz="1500" b="1" dirty="0">
                <a:latin typeface="Congenial Black" panose="02000503040000020004" pitchFamily="2" charset="0"/>
              </a:rPr>
              <a:t> Lloyd </a:t>
            </a:r>
            <a:r>
              <a:rPr lang="en-PH" sz="1500" b="1" dirty="0" err="1">
                <a:latin typeface="Congenial Black" panose="02000503040000020004" pitchFamily="2" charset="0"/>
              </a:rPr>
              <a:t>billate</a:t>
            </a:r>
            <a:endParaRPr lang="en-PH" sz="1500" b="1" dirty="0">
              <a:latin typeface="Congenial Black" panose="02000503040000020004" pitchFamily="2" charset="0"/>
            </a:endParaRPr>
          </a:p>
          <a:p>
            <a:r>
              <a:rPr lang="en-PH" sz="1500" b="1" dirty="0">
                <a:latin typeface="Congenial Black" panose="02000503040000020004" pitchFamily="2" charset="0"/>
              </a:rPr>
              <a:t>		miguel angel villegas</a:t>
            </a:r>
          </a:p>
        </p:txBody>
      </p:sp>
    </p:spTree>
    <p:extLst>
      <p:ext uri="{BB962C8B-B14F-4D97-AF65-F5344CB8AC3E}">
        <p14:creationId xmlns:p14="http://schemas.microsoft.com/office/powerpoint/2010/main" val="94236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CD607-0A5C-0D89-73E8-FC4CE1C4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680E8-0CAD-91D4-9BA6-DBFDEEA27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020" y="1406322"/>
            <a:ext cx="4309726" cy="729206"/>
          </a:xfrm>
        </p:spPr>
        <p:txBody>
          <a:bodyPr>
            <a:normAutofit fontScale="90000"/>
          </a:bodyPr>
          <a:lstStyle/>
          <a:p>
            <a:pPr algn="ctr"/>
            <a:r>
              <a:rPr lang="en-PH" sz="3500" b="1" dirty="0">
                <a:solidFill>
                  <a:schemeClr val="bg2"/>
                </a:solidFill>
                <a:latin typeface="Congenial Black" panose="02000503040000020004" pitchFamily="2" charset="0"/>
              </a:rPr>
              <a:t>Project Overview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4D5230-3B14-0213-0719-5DA517302011}"/>
              </a:ext>
            </a:extLst>
          </p:cNvPr>
          <p:cNvSpPr txBox="1">
            <a:spLocks/>
          </p:cNvSpPr>
          <p:nvPr/>
        </p:nvSpPr>
        <p:spPr>
          <a:xfrm>
            <a:off x="1831254" y="2161571"/>
            <a:ext cx="8529492" cy="2534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PH" sz="3000" b="1" dirty="0">
                <a:latin typeface="Congenial Black" panose="02000503040000020004" pitchFamily="2" charset="0"/>
              </a:rPr>
              <a:t>	A centralized digital platform for managing student records, enrollment, grading, faculty  and reporting  purpose built for a fisheries focused technical vocational school.</a:t>
            </a:r>
          </a:p>
        </p:txBody>
      </p:sp>
    </p:spTree>
    <p:extLst>
      <p:ext uri="{BB962C8B-B14F-4D97-AF65-F5344CB8AC3E}">
        <p14:creationId xmlns:p14="http://schemas.microsoft.com/office/powerpoint/2010/main" val="3549226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2166-DE94-074E-7B3D-5CF6D9C80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3038" y="1984206"/>
            <a:ext cx="4072962" cy="565057"/>
          </a:xfrm>
        </p:spPr>
        <p:txBody>
          <a:bodyPr>
            <a:normAutofit fontScale="90000"/>
          </a:bodyPr>
          <a:lstStyle/>
          <a:p>
            <a:r>
              <a:rPr lang="en-PH" dirty="0">
                <a:solidFill>
                  <a:schemeClr val="bg2"/>
                </a:solidFill>
                <a:latin typeface="Congenial Black" panose="02000503040000020004" pitchFamily="2" charset="0"/>
              </a:rPr>
              <a:t>Target user: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703D63-D97C-65FB-54CF-0EB199B2113A}"/>
              </a:ext>
            </a:extLst>
          </p:cNvPr>
          <p:cNvSpPr txBox="1">
            <a:spLocks/>
          </p:cNvSpPr>
          <p:nvPr/>
        </p:nvSpPr>
        <p:spPr>
          <a:xfrm>
            <a:off x="3807468" y="3146471"/>
            <a:ext cx="5371255" cy="5650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§"/>
            </a:pPr>
            <a:r>
              <a:rPr lang="en-PH" sz="3500" dirty="0">
                <a:latin typeface="Congenial Black" panose="02000503040000020004" pitchFamily="2" charset="0"/>
              </a:rPr>
              <a:t>Faculty/teacher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PH" sz="3500" dirty="0">
                <a:latin typeface="Congenial Black" panose="02000503040000020004" pitchFamily="2" charset="0"/>
              </a:rPr>
              <a:t>students</a:t>
            </a:r>
          </a:p>
        </p:txBody>
      </p:sp>
    </p:spTree>
    <p:extLst>
      <p:ext uri="{BB962C8B-B14F-4D97-AF65-F5344CB8AC3E}">
        <p14:creationId xmlns:p14="http://schemas.microsoft.com/office/powerpoint/2010/main" val="3935267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234B-A15D-FE79-9754-D8BE580E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5ADA-5D4F-C826-2F62-E07D21A98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8313" y="1197127"/>
            <a:ext cx="5824597" cy="565057"/>
          </a:xfrm>
        </p:spPr>
        <p:txBody>
          <a:bodyPr>
            <a:normAutofit fontScale="90000"/>
          </a:bodyPr>
          <a:lstStyle/>
          <a:p>
            <a:r>
              <a:rPr lang="en-PH" dirty="0">
                <a:solidFill>
                  <a:schemeClr val="bg2"/>
                </a:solidFill>
                <a:latin typeface="Congenial Black" panose="02000503040000020004" pitchFamily="2" charset="0"/>
              </a:rPr>
              <a:t>System features: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4734B13-478C-CB72-4EED-7CF5A7D67B07}"/>
              </a:ext>
            </a:extLst>
          </p:cNvPr>
          <p:cNvSpPr txBox="1">
            <a:spLocks/>
          </p:cNvSpPr>
          <p:nvPr/>
        </p:nvSpPr>
        <p:spPr>
          <a:xfrm>
            <a:off x="3317774" y="1479655"/>
            <a:ext cx="5556451" cy="32206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§"/>
            </a:pPr>
            <a:r>
              <a:rPr lang="en-PH" sz="2500" dirty="0">
                <a:latin typeface="Congenial Black" panose="02000503040000020004" pitchFamily="2" charset="0"/>
              </a:rPr>
              <a:t>Enrollment management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PH" sz="2500" dirty="0" err="1">
                <a:latin typeface="Congenial Black" panose="02000503040000020004" pitchFamily="2" charset="0"/>
              </a:rPr>
              <a:t>Gradning</a:t>
            </a:r>
            <a:r>
              <a:rPr lang="en-PH" sz="2500" dirty="0">
                <a:latin typeface="Congenial Black" panose="02000503040000020004" pitchFamily="2" charset="0"/>
              </a:rPr>
              <a:t> system 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PH" sz="2500" dirty="0">
                <a:latin typeface="Congenial Black" panose="02000503040000020004" pitchFamily="2" charset="0"/>
              </a:rPr>
              <a:t>Student record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PH" sz="2500" dirty="0">
                <a:latin typeface="Congenial Black" panose="02000503040000020004" pitchFamily="2" charset="0"/>
              </a:rPr>
              <a:t>Schedule management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PH" sz="2500" dirty="0">
                <a:latin typeface="Congenial Black" panose="02000503040000020004" pitchFamily="2" charset="0"/>
              </a:rPr>
              <a:t>Curriculum management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PH" sz="2500" dirty="0">
                <a:latin typeface="Congenial Black" panose="02000503040000020004" pitchFamily="2" charset="0"/>
              </a:rPr>
              <a:t>User access control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PH" sz="2500">
                <a:latin typeface="Congenial Black" panose="02000503040000020004" pitchFamily="2" charset="0"/>
              </a:rPr>
              <a:t>Notification</a:t>
            </a:r>
            <a:endParaRPr lang="en-PH" sz="2500" dirty="0">
              <a:latin typeface="Congenial Black" panose="020005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564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A8D5-4D7F-9820-7687-2DE89B24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993" y="2757668"/>
            <a:ext cx="4426013" cy="671332"/>
          </a:xfrm>
        </p:spPr>
        <p:txBody>
          <a:bodyPr>
            <a:noAutofit/>
          </a:bodyPr>
          <a:lstStyle/>
          <a:p>
            <a:pPr algn="ctr"/>
            <a:r>
              <a:rPr lang="en-PH" sz="5000" b="1" dirty="0">
                <a:solidFill>
                  <a:schemeClr val="bg2"/>
                </a:solidFill>
              </a:rPr>
              <a:t>Thank you!</a:t>
            </a:r>
            <a:br>
              <a:rPr lang="en-PH" sz="5000" b="1" dirty="0">
                <a:solidFill>
                  <a:schemeClr val="bg2"/>
                </a:solidFill>
              </a:rPr>
            </a:br>
            <a:r>
              <a:rPr lang="en-PH" sz="3000" b="1" dirty="0">
                <a:solidFill>
                  <a:schemeClr val="bg2"/>
                </a:solidFill>
                <a:sym typeface="Wingdings" panose="05000000000000000000" pitchFamily="2" charset="2"/>
              </a:rPr>
              <a:t>  </a:t>
            </a:r>
            <a:endParaRPr lang="en-PH" sz="30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212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201</TotalTime>
  <Words>97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Amasis MT Pro Black</vt:lpstr>
      <vt:lpstr>Arial</vt:lpstr>
      <vt:lpstr>Congenial Black</vt:lpstr>
      <vt:lpstr>Tw Cen MT</vt:lpstr>
      <vt:lpstr>Wingdings</vt:lpstr>
      <vt:lpstr>Circuit</vt:lpstr>
      <vt:lpstr>Rafael-Lentejas Memorial School of Fisheries Academic Information System</vt:lpstr>
      <vt:lpstr>Project Overview</vt:lpstr>
      <vt:lpstr>Target user:</vt:lpstr>
      <vt:lpstr>System features:</vt:lpstr>
      <vt:lpstr>Thank you!  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angel villegas</dc:creator>
  <cp:lastModifiedBy>justine lee ofamen</cp:lastModifiedBy>
  <cp:revision>2</cp:revision>
  <dcterms:created xsi:type="dcterms:W3CDTF">2026-05-19T01:04:24Z</dcterms:created>
  <dcterms:modified xsi:type="dcterms:W3CDTF">2026-05-19T07:15:44Z</dcterms:modified>
</cp:coreProperties>
</file>